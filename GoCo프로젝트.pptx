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76231-A648-C3B3-E5D2-13E1660EA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53A57E-2811-885A-9D7D-29F7988A9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07860-893D-BF16-D4E7-B5FA23D9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B1FF6-700F-BCB7-4D8D-E5905A10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7609D-237C-3BD8-066D-B7E29B6F9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26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F0B18-9DC0-0266-5F4D-E0BCA60C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1A6207-BF07-6BAA-9880-3E4FE8FE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86113-1185-C816-5DBA-7D3F93E8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F6E93-8713-A49E-B03F-6E7B153DE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69086C-39F4-BC3F-1881-39566D69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93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346E5-C26C-EAAA-22B9-2FDF5C47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139324-CACD-47CF-8A5D-97AD95C2C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2CA00-42E1-5A80-1ACE-D18495F1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EE859-C68E-0FB6-A428-EA8895BF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4D2AD4-A373-5CDE-13AE-69327ADD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71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993B8-4743-A82A-F666-3B6C369D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CDC989-2A58-1F49-8A4E-E90E9A7E7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301623-1F95-314C-413E-659EC40BC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DC748B-EBA4-792E-8A83-A63A58CB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E91558-4088-DF30-B24C-D35C6D5AC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86301A-0F3F-E5EB-8D86-7262CD6A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56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CB61F-DF33-F08B-1357-18A8E3EA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F3306F-CC69-7150-5802-34540F897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CC4ACE-F08A-AD7B-7F85-27793E052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5F0C96-F8CE-896A-93BD-8E0DE6CC5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A6AAAB-9E78-C535-2776-F51527076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5DD567-265A-A17E-F0B5-81B8F1872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75EDB0-8EBC-254F-F244-BA141238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478B24-957D-D43F-8D53-BEC29296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6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2FB6B-FE18-D1AE-884A-BA5FF053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204F8F-C87C-DDA8-385A-B6600D33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E54FB7-AEE3-8C42-1384-7A23D08C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4F8198-CE59-241D-4726-DA94A1C2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91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18FF55-44A9-EF51-A497-0163880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8AE2D1-CB12-6D97-FD2E-2C3DFA36B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437530-9AF5-8204-E362-842E710C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8DF71-AB1E-654C-CE08-0C59412A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9BB0B-6F79-E0A2-AFEE-775289DD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E3C571-9300-A9F6-9473-F0F640C28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E1CFEC-2141-256F-60AE-C43DFAAB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867DF3-0F41-C859-2545-20F5918E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E19C55-481C-A311-FA7F-05A02CC4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53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CA4ED-7337-3C8E-D549-0B13EFF6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16137E-8F38-FC68-A7A1-F1020C850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26ACA9-ADD9-BFDF-6A79-D9D9A15C2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C33CE7-CAA5-7565-5243-F0AB7FC5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789198-2095-BD7C-67C4-A3B5F3A3E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DE6283-3909-70D1-CBDF-81AC3F6E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02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506F-94D5-A486-1575-241C6BF1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22CEDB-21DA-6FFF-6668-986452344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B4952D-59B1-BB8B-F048-E57415EA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434353-C1C8-445D-6D29-6B578028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3144D-446C-61B2-FB1E-5BEEC5BA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9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167B0F-5253-8C4A-7453-73E70CE17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0A4CA6-D007-9797-EE49-ACFC04D1C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AD2EE4-08BA-D593-23F6-A48A195E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48A6AE-F901-46A5-8B85-170F8CF4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A73DF3-CA11-D61C-CCA5-10BCF92A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14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2F3FCA-880A-E059-C339-58065DB3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0F830-1DBA-8B42-6F56-3DEF21055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4AB4B-8B0C-B27E-13FF-683FBB7D9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7A38D-EB0A-4077-8799-FA374374B968}" type="datetimeFigureOut">
              <a:rPr lang="ko-KR" altLang="en-US" smtClean="0"/>
              <a:t>2022-09-25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F839E-7569-9246-710E-20651DA47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87522-94E0-E0DE-BC04-89BEFAC6F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70BE6-498B-442B-957F-438C8C78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331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0E4C49CF-E064-4AA1-C6EA-366B2B261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6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6621F8-6736-B2C1-444E-A3FE5CCAB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0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ABF8FC-349E-2800-2631-5FCC94970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65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6875E13A-0D8F-A4E9-3819-803EAB8C1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9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66D22752-6B15-7085-ADA5-428D714B4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64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F1B895-784F-39FC-46DF-E0EF648B1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E746CC8-24E2-614E-04B9-388E6A401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0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5541F78A-D910-90BB-0671-309E7F454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02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39E623-1E37-C327-864C-5D580EA16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7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3EC629C-D78A-FB02-6A0B-1A3FD7368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48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8694DC-6965-C6E9-B14E-708E44A5A1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8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1814BB-D726-F1C0-E553-24A92CD23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69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DBE25560-0566-AEC1-4192-51677AF53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93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테이블이(가) 표시된 사진&#10;&#10;자동 생성된 설명">
            <a:extLst>
              <a:ext uri="{FF2B5EF4-FFF2-40B4-BE49-F238E27FC236}">
                <a16:creationId xmlns:a16="http://schemas.microsoft.com/office/drawing/2014/main" id="{4895F64C-506D-01B4-817D-FDB18372A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24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F575BC44-AD94-9113-42F9-984D33829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39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A6F300-B7B5-454C-C391-619B5A6A8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681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3E5344-2759-E301-FDEC-539ADD7F0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07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B2516053-E3F3-ADF6-05DB-2F3964F67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74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926D84-32DF-798A-0DCA-B848EBF8E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93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32EC86-90A3-585A-7915-A429346F0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4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3FB6B9-E55C-CE98-4E27-6EB1B7C70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10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F7C4C967-9FDD-07F8-6C51-3388FCF60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5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7B8317-1B33-C90F-F476-9C0179E29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17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8D566A-18B0-55FD-414B-CF3443B5A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50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DB9B8A-9D74-C5A3-B105-7650DC427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24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F51B249A-B7CA-C5C4-DDEC-3855E7D26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34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9BDB87F-9B31-4B2A-E21B-111581EE1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34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259FA2-7E6D-1C6C-ECF2-D4CCE46AC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1E1F35-73CE-B847-B49A-7502C8809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71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CB92E21-982B-FB1E-B6BA-C98FC466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42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78A97D-1263-99A2-3B0A-A5038754B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40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BC1688-310F-12A5-141A-242CFB01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66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C8D17E-AB2A-E358-B666-1CB8B0D38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42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57E2A7A1-B532-A5B2-DE60-4CDBC953E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60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32CF5A-2FB4-1ED2-9051-F25CCC402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37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92B31A05-B36D-F80A-A28F-BDC434707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73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7993A0-EE87-6F4C-171C-D07DCC3D2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06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EF455B-E98C-8E37-9DBC-89B9C0412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27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AA8EE5EF-0899-8691-E382-3061EED86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80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92B0CD-8A12-9750-DD13-587DFCB81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390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D89B83D-B1E5-3F70-FB4E-43C32B519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50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C7077995-0EF5-AA21-313E-C46A97818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56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37D136-12C4-B02E-2760-2B9AAFF57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483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B85DE8B4-2578-5645-97EE-7197E4FEF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79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김윤호</dc:creator>
  <cp:lastModifiedBy>김윤호</cp:lastModifiedBy>
  <cp:revision>1</cp:revision>
  <dcterms:created xsi:type="dcterms:W3CDTF">2022-09-25T06:34:22Z</dcterms:created>
  <dcterms:modified xsi:type="dcterms:W3CDTF">2022-09-25T06:36:35Z</dcterms:modified>
</cp:coreProperties>
</file>